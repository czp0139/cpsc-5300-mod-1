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0" r:id="rId2"/>
    <p:sldId id="263" r:id="rId3"/>
    <p:sldId id="266" r:id="rId4"/>
    <p:sldId id="267" r:id="rId5"/>
    <p:sldId id="268" r:id="rId6"/>
    <p:sldId id="26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3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ADEEE-BCBB-4312-86B9-89E3B1F6FDCD}" v="2" dt="2024-01-06T14:06:41.793"/>
    <p1510:client id="{E00229C2-953C-1B41-BD24-76B5C75889B6}" v="6" dt="2024-01-07T12:53:02.1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21"/>
    <p:restoredTop sz="94741"/>
  </p:normalViewPr>
  <p:slideViewPr>
    <p:cSldViewPr snapToGrid="0" snapToObjects="1">
      <p:cViewPr varScale="1">
        <p:scale>
          <a:sx n="104" d="100"/>
          <a:sy n="104" d="100"/>
        </p:scale>
        <p:origin x="132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Jariwala" userId="e650b097-f805-4a45-9673-a886c2e46080" providerId="ADAL" clId="{737DAD4D-150C-499E-8FE8-A454371BF08C}"/>
    <pc:docChg chg="modSld">
      <pc:chgData name="Abhishek Jariwala" userId="e650b097-f805-4a45-9673-a886c2e46080" providerId="ADAL" clId="{737DAD4D-150C-499E-8FE8-A454371BF08C}" dt="2022-12-06T15:29:35.628" v="0" actId="14100"/>
      <pc:docMkLst>
        <pc:docMk/>
      </pc:docMkLst>
      <pc:sldChg chg="modSp mod">
        <pc:chgData name="Abhishek Jariwala" userId="e650b097-f805-4a45-9673-a886c2e46080" providerId="ADAL" clId="{737DAD4D-150C-499E-8FE8-A454371BF08C}" dt="2022-12-06T15:29:35.628" v="0" actId="14100"/>
        <pc:sldMkLst>
          <pc:docMk/>
          <pc:sldMk cId="1196353827" sldId="260"/>
        </pc:sldMkLst>
        <pc:picChg chg="mod">
          <ac:chgData name="Abhishek Jariwala" userId="e650b097-f805-4a45-9673-a886c2e46080" providerId="ADAL" clId="{737DAD4D-150C-499E-8FE8-A454371BF08C}" dt="2022-12-06T15:29:35.628" v="0" actId="14100"/>
          <ac:picMkLst>
            <pc:docMk/>
            <pc:sldMk cId="1196353827" sldId="260"/>
            <ac:picMk id="13" creationId="{441E2AF7-7DD1-6B96-2DF2-1461C6B50CFC}"/>
          </ac:picMkLst>
        </pc:picChg>
      </pc:sldChg>
    </pc:docChg>
  </pc:docChgLst>
  <pc:docChgLst>
    <pc:chgData name="Abhishek Jariwala" userId="81d4718c4cabee1c" providerId="LiveId" clId="{E00229C2-953C-1B41-BD24-76B5C75889B6}"/>
    <pc:docChg chg="custSel addSld delSld modSld">
      <pc:chgData name="Abhishek Jariwala" userId="81d4718c4cabee1c" providerId="LiveId" clId="{E00229C2-953C-1B41-BD24-76B5C75889B6}" dt="2024-01-07T12:53:19.453" v="33" actId="2696"/>
      <pc:docMkLst>
        <pc:docMk/>
      </pc:docMkLst>
      <pc:sldChg chg="addSp delSp modSp add del mod">
        <pc:chgData name="Abhishek Jariwala" userId="81d4718c4cabee1c" providerId="LiveId" clId="{E00229C2-953C-1B41-BD24-76B5C75889B6}" dt="2024-01-07T12:53:19.453" v="33" actId="2696"/>
        <pc:sldMkLst>
          <pc:docMk/>
          <pc:sldMk cId="4110898249" sldId="271"/>
        </pc:sldMkLst>
        <pc:spChg chg="del">
          <ac:chgData name="Abhishek Jariwala" userId="81d4718c4cabee1c" providerId="LiveId" clId="{E00229C2-953C-1B41-BD24-76B5C75889B6}" dt="2024-01-07T12:50:42.238" v="6" actId="26606"/>
          <ac:spMkLst>
            <pc:docMk/>
            <pc:sldMk cId="4110898249" sldId="271"/>
            <ac:spMk id="40" creationId="{42A4FC2C-047E-45A5-965D-8E1E3BF09BC6}"/>
          </ac:spMkLst>
        </pc:spChg>
        <pc:spChg chg="add del">
          <ac:chgData name="Abhishek Jariwala" userId="81d4718c4cabee1c" providerId="LiveId" clId="{E00229C2-953C-1B41-BD24-76B5C75889B6}" dt="2024-01-07T12:51:26.010" v="12" actId="26606"/>
          <ac:spMkLst>
            <pc:docMk/>
            <pc:sldMk cId="4110898249" sldId="271"/>
            <ac:spMk id="45" creationId="{42A4FC2C-047E-45A5-965D-8E1E3BF09BC6}"/>
          </ac:spMkLst>
        </pc:spChg>
        <pc:spChg chg="add del">
          <ac:chgData name="Abhishek Jariwala" userId="81d4718c4cabee1c" providerId="LiveId" clId="{E00229C2-953C-1B41-BD24-76B5C75889B6}" dt="2024-01-07T12:51:47.313" v="17" actId="26606"/>
          <ac:spMkLst>
            <pc:docMk/>
            <pc:sldMk cId="4110898249" sldId="271"/>
            <ac:spMk id="50" creationId="{42A4FC2C-047E-45A5-965D-8E1E3BF09BC6}"/>
          </ac:spMkLst>
        </pc:spChg>
        <pc:spChg chg="add del">
          <ac:chgData name="Abhishek Jariwala" userId="81d4718c4cabee1c" providerId="LiveId" clId="{E00229C2-953C-1B41-BD24-76B5C75889B6}" dt="2024-01-07T12:52:09.758" v="22" actId="26606"/>
          <ac:spMkLst>
            <pc:docMk/>
            <pc:sldMk cId="4110898249" sldId="271"/>
            <ac:spMk id="55" creationId="{42A4FC2C-047E-45A5-965D-8E1E3BF09BC6}"/>
          </ac:spMkLst>
        </pc:spChg>
        <pc:spChg chg="add del">
          <ac:chgData name="Abhishek Jariwala" userId="81d4718c4cabee1c" providerId="LiveId" clId="{E00229C2-953C-1B41-BD24-76B5C75889B6}" dt="2024-01-07T12:52:32.707" v="27" actId="26606"/>
          <ac:spMkLst>
            <pc:docMk/>
            <pc:sldMk cId="4110898249" sldId="271"/>
            <ac:spMk id="60" creationId="{42A4FC2C-047E-45A5-965D-8E1E3BF09BC6}"/>
          </ac:spMkLst>
        </pc:spChg>
        <pc:spChg chg="add del">
          <ac:chgData name="Abhishek Jariwala" userId="81d4718c4cabee1c" providerId="LiveId" clId="{E00229C2-953C-1B41-BD24-76B5C75889B6}" dt="2024-01-07T12:53:03.582" v="32" actId="26606"/>
          <ac:spMkLst>
            <pc:docMk/>
            <pc:sldMk cId="4110898249" sldId="271"/>
            <ac:spMk id="65" creationId="{42A4FC2C-047E-45A5-965D-8E1E3BF09BC6}"/>
          </ac:spMkLst>
        </pc:spChg>
        <pc:spChg chg="add">
          <ac:chgData name="Abhishek Jariwala" userId="81d4718c4cabee1c" providerId="LiveId" clId="{E00229C2-953C-1B41-BD24-76B5C75889B6}" dt="2024-01-07T12:53:03.582" v="32" actId="26606"/>
          <ac:spMkLst>
            <pc:docMk/>
            <pc:sldMk cId="4110898249" sldId="271"/>
            <ac:spMk id="70" creationId="{42A4FC2C-047E-45A5-965D-8E1E3BF09BC6}"/>
          </ac:spMkLst>
        </pc:spChg>
        <pc:picChg chg="del mod">
          <ac:chgData name="Abhishek Jariwala" userId="81d4718c4cabee1c" providerId="LiveId" clId="{E00229C2-953C-1B41-BD24-76B5C75889B6}" dt="2024-01-07T12:50:32.150" v="2" actId="478"/>
          <ac:picMkLst>
            <pc:docMk/>
            <pc:sldMk cId="4110898249" sldId="271"/>
            <ac:picMk id="3" creationId="{B7830E15-7A0C-2BDF-BE3C-A24C1F1E82BF}"/>
          </ac:picMkLst>
        </pc:picChg>
        <pc:picChg chg="add del mod">
          <ac:chgData name="Abhishek Jariwala" userId="81d4718c4cabee1c" providerId="LiveId" clId="{E00229C2-953C-1B41-BD24-76B5C75889B6}" dt="2024-01-07T12:51:20.926" v="8" actId="478"/>
          <ac:picMkLst>
            <pc:docMk/>
            <pc:sldMk cId="4110898249" sldId="271"/>
            <ac:picMk id="4" creationId="{FD245081-3DF2-F7F0-935D-1C8C08A54762}"/>
          </ac:picMkLst>
        </pc:picChg>
        <pc:picChg chg="add del mod">
          <ac:chgData name="Abhishek Jariwala" userId="81d4718c4cabee1c" providerId="LiveId" clId="{E00229C2-953C-1B41-BD24-76B5C75889B6}" dt="2024-01-07T12:51:42.172" v="13" actId="478"/>
          <ac:picMkLst>
            <pc:docMk/>
            <pc:sldMk cId="4110898249" sldId="271"/>
            <ac:picMk id="6" creationId="{9526A790-98E2-7D28-817F-7B3FD4E64F9C}"/>
          </ac:picMkLst>
        </pc:picChg>
        <pc:picChg chg="add del mod">
          <ac:chgData name="Abhishek Jariwala" userId="81d4718c4cabee1c" providerId="LiveId" clId="{E00229C2-953C-1B41-BD24-76B5C75889B6}" dt="2024-01-07T12:52:04.624" v="18" actId="478"/>
          <ac:picMkLst>
            <pc:docMk/>
            <pc:sldMk cId="4110898249" sldId="271"/>
            <ac:picMk id="8" creationId="{34A3B53D-0658-A03B-2D98-9D6C6206E373}"/>
          </ac:picMkLst>
        </pc:picChg>
        <pc:picChg chg="add del mod">
          <ac:chgData name="Abhishek Jariwala" userId="81d4718c4cabee1c" providerId="LiveId" clId="{E00229C2-953C-1B41-BD24-76B5C75889B6}" dt="2024-01-07T12:52:28.279" v="23" actId="478"/>
          <ac:picMkLst>
            <pc:docMk/>
            <pc:sldMk cId="4110898249" sldId="271"/>
            <ac:picMk id="10" creationId="{C865E911-9827-E0DE-E1CD-377561CCE721}"/>
          </ac:picMkLst>
        </pc:picChg>
        <pc:picChg chg="add del mod">
          <ac:chgData name="Abhishek Jariwala" userId="81d4718c4cabee1c" providerId="LiveId" clId="{E00229C2-953C-1B41-BD24-76B5C75889B6}" dt="2024-01-07T12:52:51.049" v="28" actId="478"/>
          <ac:picMkLst>
            <pc:docMk/>
            <pc:sldMk cId="4110898249" sldId="271"/>
            <ac:picMk id="12" creationId="{FEF4FA2B-1E31-AEB3-0939-27AAF9FA3AB4}"/>
          </ac:picMkLst>
        </pc:picChg>
        <pc:picChg chg="add mod">
          <ac:chgData name="Abhishek Jariwala" userId="81d4718c4cabee1c" providerId="LiveId" clId="{E00229C2-953C-1B41-BD24-76B5C75889B6}" dt="2024-01-07T12:53:03.582" v="32" actId="26606"/>
          <ac:picMkLst>
            <pc:docMk/>
            <pc:sldMk cId="4110898249" sldId="271"/>
            <ac:picMk id="14" creationId="{4781B3AE-5998-B0BB-398E-92EB60043D14}"/>
          </ac:picMkLst>
        </pc:picChg>
      </pc:sldChg>
    </pc:docChg>
  </pc:docChgLst>
  <pc:docChgLst>
    <pc:chgData name="Abhishek Jariwala" userId="81d4718c4cabee1c" providerId="LiveId" clId="{1ECADEEE-BCBB-4312-86B9-89E3B1F6FDCD}"/>
    <pc:docChg chg="custSel modSld">
      <pc:chgData name="Abhishek Jariwala" userId="81d4718c4cabee1c" providerId="LiveId" clId="{1ECADEEE-BCBB-4312-86B9-89E3B1F6FDCD}" dt="2024-01-06T14:07:46.028" v="26" actId="20577"/>
      <pc:docMkLst>
        <pc:docMk/>
      </pc:docMkLst>
      <pc:sldChg chg="addSp delSp modSp mod">
        <pc:chgData name="Abhishek Jariwala" userId="81d4718c4cabee1c" providerId="LiveId" clId="{1ECADEEE-BCBB-4312-86B9-89E3B1F6FDCD}" dt="2024-01-06T14:04:06.138" v="10" actId="26606"/>
        <pc:sldMkLst>
          <pc:docMk/>
          <pc:sldMk cId="1196353827" sldId="260"/>
        </pc:sldMkLst>
        <pc:spChg chg="del">
          <ac:chgData name="Abhishek Jariwala" userId="81d4718c4cabee1c" providerId="LiveId" clId="{1ECADEEE-BCBB-4312-86B9-89E3B1F6FDCD}" dt="2024-01-06T14:03:53.783" v="5" actId="478"/>
          <ac:spMkLst>
            <pc:docMk/>
            <pc:sldMk cId="1196353827" sldId="260"/>
            <ac:spMk id="15" creationId="{49517B88-9572-9907-6C93-6575300E24BE}"/>
          </ac:spMkLst>
        </pc:spChg>
        <pc:spChg chg="del">
          <ac:chgData name="Abhishek Jariwala" userId="81d4718c4cabee1c" providerId="LiveId" clId="{1ECADEEE-BCBB-4312-86B9-89E3B1F6FDCD}" dt="2024-01-06T14:04:06.138" v="10" actId="26606"/>
          <ac:spMkLst>
            <pc:docMk/>
            <pc:sldMk cId="1196353827" sldId="260"/>
            <ac:spMk id="35" creationId="{42A4FC2C-047E-45A5-965D-8E1E3BF09BC6}"/>
          </ac:spMkLst>
        </pc:spChg>
        <pc:spChg chg="add">
          <ac:chgData name="Abhishek Jariwala" userId="81d4718c4cabee1c" providerId="LiveId" clId="{1ECADEEE-BCBB-4312-86B9-89E3B1F6FDCD}" dt="2024-01-06T14:04:06.138" v="10" actId="26606"/>
          <ac:spMkLst>
            <pc:docMk/>
            <pc:sldMk cId="1196353827" sldId="260"/>
            <ac:spMk id="40" creationId="{42A4FC2C-047E-45A5-965D-8E1E3BF09BC6}"/>
          </ac:spMkLst>
        </pc:spChg>
        <pc:picChg chg="add mod">
          <ac:chgData name="Abhishek Jariwala" userId="81d4718c4cabee1c" providerId="LiveId" clId="{1ECADEEE-BCBB-4312-86B9-89E3B1F6FDCD}" dt="2024-01-06T14:04:06.138" v="10" actId="26606"/>
          <ac:picMkLst>
            <pc:docMk/>
            <pc:sldMk cId="1196353827" sldId="260"/>
            <ac:picMk id="3" creationId="{B7830E15-7A0C-2BDF-BE3C-A24C1F1E82BF}"/>
          </ac:picMkLst>
        </pc:picChg>
        <pc:picChg chg="del">
          <ac:chgData name="Abhishek Jariwala" userId="81d4718c4cabee1c" providerId="LiveId" clId="{1ECADEEE-BCBB-4312-86B9-89E3B1F6FDCD}" dt="2024-01-06T14:03:54.350" v="6" actId="478"/>
          <ac:picMkLst>
            <pc:docMk/>
            <pc:sldMk cId="1196353827" sldId="260"/>
            <ac:picMk id="13" creationId="{441E2AF7-7DD1-6B96-2DF2-1461C6B50CFC}"/>
          </ac:picMkLst>
        </pc:picChg>
      </pc:sldChg>
      <pc:sldChg chg="addSp delSp modSp mod">
        <pc:chgData name="Abhishek Jariwala" userId="81d4718c4cabee1c" providerId="LiveId" clId="{1ECADEEE-BCBB-4312-86B9-89E3B1F6FDCD}" dt="2024-01-06T14:03:32.688" v="4" actId="1076"/>
        <pc:sldMkLst>
          <pc:docMk/>
          <pc:sldMk cId="3513243286" sldId="269"/>
        </pc:sldMkLst>
        <pc:picChg chg="del">
          <ac:chgData name="Abhishek Jariwala" userId="81d4718c4cabee1c" providerId="LiveId" clId="{1ECADEEE-BCBB-4312-86B9-89E3B1F6FDCD}" dt="2023-12-31T22:06:49.203" v="0" actId="478"/>
          <ac:picMkLst>
            <pc:docMk/>
            <pc:sldMk cId="3513243286" sldId="269"/>
            <ac:picMk id="2" creationId="{13306F40-6EB3-F06D-671D-3A30D582E155}"/>
          </ac:picMkLst>
        </pc:picChg>
        <pc:picChg chg="add mod">
          <ac:chgData name="Abhishek Jariwala" userId="81d4718c4cabee1c" providerId="LiveId" clId="{1ECADEEE-BCBB-4312-86B9-89E3B1F6FDCD}" dt="2024-01-06T14:03:32.688" v="4" actId="1076"/>
          <ac:picMkLst>
            <pc:docMk/>
            <pc:sldMk cId="3513243286" sldId="269"/>
            <ac:picMk id="3" creationId="{4C40104F-05CB-9BF0-A828-456C0C06796F}"/>
          </ac:picMkLst>
        </pc:picChg>
      </pc:sldChg>
      <pc:sldChg chg="addSp delSp modSp mod">
        <pc:chgData name="Abhishek Jariwala" userId="81d4718c4cabee1c" providerId="LiveId" clId="{1ECADEEE-BCBB-4312-86B9-89E3B1F6FDCD}" dt="2024-01-06T14:07:46.028" v="26" actId="20577"/>
        <pc:sldMkLst>
          <pc:docMk/>
          <pc:sldMk cId="1866404005" sldId="270"/>
        </pc:sldMkLst>
        <pc:spChg chg="mod">
          <ac:chgData name="Abhishek Jariwala" userId="81d4718c4cabee1c" providerId="LiveId" clId="{1ECADEEE-BCBB-4312-86B9-89E3B1F6FDCD}" dt="2024-01-06T14:07:46.028" v="26" actId="20577"/>
          <ac:spMkLst>
            <pc:docMk/>
            <pc:sldMk cId="1866404005" sldId="270"/>
            <ac:spMk id="6" creationId="{B38AFED5-EBF4-0291-D6DD-AEC2223072B2}"/>
          </ac:spMkLst>
        </pc:spChg>
        <pc:spChg chg="mod">
          <ac:chgData name="Abhishek Jariwala" userId="81d4718c4cabee1c" providerId="LiveId" clId="{1ECADEEE-BCBB-4312-86B9-89E3B1F6FDCD}" dt="2024-01-06T14:07:41.992" v="23" actId="20577"/>
          <ac:spMkLst>
            <pc:docMk/>
            <pc:sldMk cId="1866404005" sldId="270"/>
            <ac:spMk id="9" creationId="{274933E6-61C1-CB46-A0DD-B24835FEBFDD}"/>
          </ac:spMkLst>
        </pc:spChg>
        <pc:picChg chg="add mod modCrop">
          <ac:chgData name="Abhishek Jariwala" userId="81d4718c4cabee1c" providerId="LiveId" clId="{1ECADEEE-BCBB-4312-86B9-89E3B1F6FDCD}" dt="2024-01-06T14:07:18.313" v="21" actId="1076"/>
          <ac:picMkLst>
            <pc:docMk/>
            <pc:sldMk cId="1866404005" sldId="270"/>
            <ac:picMk id="3" creationId="{7F3F726A-740D-22A3-104E-955D7BA1F49F}"/>
          </ac:picMkLst>
        </pc:picChg>
        <pc:picChg chg="del">
          <ac:chgData name="Abhishek Jariwala" userId="81d4718c4cabee1c" providerId="LiveId" clId="{1ECADEEE-BCBB-4312-86B9-89E3B1F6FDCD}" dt="2023-12-31T22:06:50.934" v="1" actId="478"/>
          <ac:picMkLst>
            <pc:docMk/>
            <pc:sldMk cId="1866404005" sldId="270"/>
            <ac:picMk id="7" creationId="{0D3E4CED-EE9A-6359-4D9E-E9BA203169E3}"/>
          </ac:picMkLst>
        </pc:picChg>
      </pc:sldChg>
    </pc:docChg>
  </pc:docChgLst>
  <pc:docChgLst>
    <pc:chgData name="Abhishek Jariwala" userId="e650b097-f805-4a45-9673-a886c2e46080" providerId="ADAL" clId="{BA1939C8-62AA-F84E-807D-5926ECD1389A}"/>
    <pc:docChg chg="undo custSel addSld delSld modSld">
      <pc:chgData name="Abhishek Jariwala" userId="e650b097-f805-4a45-9673-a886c2e46080" providerId="ADAL" clId="{BA1939C8-62AA-F84E-807D-5926ECD1389A}" dt="2023-01-04T14:24:52.015" v="112" actId="2696"/>
      <pc:docMkLst>
        <pc:docMk/>
      </pc:docMkLst>
      <pc:sldChg chg="addSp delSp modSp add mod">
        <pc:chgData name="Abhishek Jariwala" userId="e650b097-f805-4a45-9673-a886c2e46080" providerId="ADAL" clId="{BA1939C8-62AA-F84E-807D-5926ECD1389A}" dt="2022-12-25T05:01:49.167" v="90" actId="1076"/>
        <pc:sldMkLst>
          <pc:docMk/>
          <pc:sldMk cId="3513243286" sldId="269"/>
        </pc:sldMkLst>
        <pc:spChg chg="mod">
          <ac:chgData name="Abhishek Jariwala" userId="e650b097-f805-4a45-9673-a886c2e46080" providerId="ADAL" clId="{BA1939C8-62AA-F84E-807D-5926ECD1389A}" dt="2022-12-25T04:56:37.790" v="36" actId="20577"/>
          <ac:spMkLst>
            <pc:docMk/>
            <pc:sldMk cId="3513243286" sldId="269"/>
            <ac:spMk id="6" creationId="{B38AFED5-EBF4-0291-D6DD-AEC2223072B2}"/>
          </ac:spMkLst>
        </pc:spChg>
        <pc:picChg chg="add mod">
          <ac:chgData name="Abhishek Jariwala" userId="e650b097-f805-4a45-9673-a886c2e46080" providerId="ADAL" clId="{BA1939C8-62AA-F84E-807D-5926ECD1389A}" dt="2022-12-25T05:01:49.167" v="90" actId="1076"/>
          <ac:picMkLst>
            <pc:docMk/>
            <pc:sldMk cId="3513243286" sldId="269"/>
            <ac:picMk id="2" creationId="{13306F40-6EB3-F06D-671D-3A30D582E155}"/>
          </ac:picMkLst>
        </pc:picChg>
        <pc:picChg chg="del">
          <ac:chgData name="Abhishek Jariwala" userId="e650b097-f805-4a45-9673-a886c2e46080" providerId="ADAL" clId="{BA1939C8-62AA-F84E-807D-5926ECD1389A}" dt="2022-12-25T04:47:29.840" v="4" actId="478"/>
          <ac:picMkLst>
            <pc:docMk/>
            <pc:sldMk cId="3513243286" sldId="269"/>
            <ac:picMk id="9" creationId="{9855E800-8777-A53C-AA11-4E3ABE5CEEC6}"/>
          </ac:picMkLst>
        </pc:picChg>
        <pc:picChg chg="del">
          <ac:chgData name="Abhishek Jariwala" userId="e650b097-f805-4a45-9673-a886c2e46080" providerId="ADAL" clId="{BA1939C8-62AA-F84E-807D-5926ECD1389A}" dt="2022-12-25T04:47:28.052" v="1" actId="478"/>
          <ac:picMkLst>
            <pc:docMk/>
            <pc:sldMk cId="3513243286" sldId="269"/>
            <ac:picMk id="13" creationId="{B0C08C1F-103D-099E-4D99-79737D166284}"/>
          </ac:picMkLst>
        </pc:picChg>
        <pc:picChg chg="del">
          <ac:chgData name="Abhishek Jariwala" userId="e650b097-f805-4a45-9673-a886c2e46080" providerId="ADAL" clId="{BA1939C8-62AA-F84E-807D-5926ECD1389A}" dt="2022-12-25T04:47:29.156" v="3" actId="478"/>
          <ac:picMkLst>
            <pc:docMk/>
            <pc:sldMk cId="3513243286" sldId="269"/>
            <ac:picMk id="15" creationId="{CB62826A-8EAB-4137-F554-032A85B033B0}"/>
          </ac:picMkLst>
        </pc:picChg>
        <pc:picChg chg="del">
          <ac:chgData name="Abhishek Jariwala" userId="e650b097-f805-4a45-9673-a886c2e46080" providerId="ADAL" clId="{BA1939C8-62AA-F84E-807D-5926ECD1389A}" dt="2022-12-25T04:47:28.548" v="2" actId="478"/>
          <ac:picMkLst>
            <pc:docMk/>
            <pc:sldMk cId="3513243286" sldId="269"/>
            <ac:picMk id="19" creationId="{5110BC41-E3DB-4B50-E056-160AD9512130}"/>
          </ac:picMkLst>
        </pc:picChg>
      </pc:sldChg>
      <pc:sldChg chg="addSp delSp modSp add mod">
        <pc:chgData name="Abhishek Jariwala" userId="e650b097-f805-4a45-9673-a886c2e46080" providerId="ADAL" clId="{BA1939C8-62AA-F84E-807D-5926ECD1389A}" dt="2022-12-25T05:00:16.759" v="89" actId="122"/>
        <pc:sldMkLst>
          <pc:docMk/>
          <pc:sldMk cId="1866404005" sldId="270"/>
        </pc:sldMkLst>
        <pc:spChg chg="mod">
          <ac:chgData name="Abhishek Jariwala" userId="e650b097-f805-4a45-9673-a886c2e46080" providerId="ADAL" clId="{BA1939C8-62AA-F84E-807D-5926ECD1389A}" dt="2022-12-25T04:58:29.056" v="50" actId="313"/>
          <ac:spMkLst>
            <pc:docMk/>
            <pc:sldMk cId="1866404005" sldId="270"/>
            <ac:spMk id="6" creationId="{B38AFED5-EBF4-0291-D6DD-AEC2223072B2}"/>
          </ac:spMkLst>
        </pc:spChg>
        <pc:spChg chg="add mod">
          <ac:chgData name="Abhishek Jariwala" userId="e650b097-f805-4a45-9673-a886c2e46080" providerId="ADAL" clId="{BA1939C8-62AA-F84E-807D-5926ECD1389A}" dt="2022-12-25T05:00:16.759" v="89" actId="122"/>
          <ac:spMkLst>
            <pc:docMk/>
            <pc:sldMk cId="1866404005" sldId="270"/>
            <ac:spMk id="9" creationId="{274933E6-61C1-CB46-A0DD-B24835FEBFDD}"/>
          </ac:spMkLst>
        </pc:spChg>
        <pc:picChg chg="del">
          <ac:chgData name="Abhishek Jariwala" userId="e650b097-f805-4a45-9673-a886c2e46080" providerId="ADAL" clId="{BA1939C8-62AA-F84E-807D-5926ECD1389A}" dt="2022-12-25T04:58:14.736" v="38" actId="478"/>
          <ac:picMkLst>
            <pc:docMk/>
            <pc:sldMk cId="1866404005" sldId="270"/>
            <ac:picMk id="2" creationId="{13306F40-6EB3-F06D-671D-3A30D582E155}"/>
          </ac:picMkLst>
        </pc:picChg>
        <pc:picChg chg="add del">
          <ac:chgData name="Abhishek Jariwala" userId="e650b097-f805-4a45-9673-a886c2e46080" providerId="ADAL" clId="{BA1939C8-62AA-F84E-807D-5926ECD1389A}" dt="2022-12-25T04:59:22.788" v="52" actId="478"/>
          <ac:picMkLst>
            <pc:docMk/>
            <pc:sldMk cId="1866404005" sldId="270"/>
            <ac:picMk id="3" creationId="{1AFBE28E-89B7-E670-E5A1-BA7262E62509}"/>
          </ac:picMkLst>
        </pc:picChg>
        <pc:picChg chg="add mod">
          <ac:chgData name="Abhishek Jariwala" userId="e650b097-f805-4a45-9673-a886c2e46080" providerId="ADAL" clId="{BA1939C8-62AA-F84E-807D-5926ECD1389A}" dt="2022-12-25T04:59:34.227" v="56" actId="1076"/>
          <ac:picMkLst>
            <pc:docMk/>
            <pc:sldMk cId="1866404005" sldId="270"/>
            <ac:picMk id="7" creationId="{0D3E4CED-EE9A-6359-4D9E-E9BA203169E3}"/>
          </ac:picMkLst>
        </pc:picChg>
      </pc:sldChg>
      <pc:sldChg chg="delSp modSp add del mod">
        <pc:chgData name="Abhishek Jariwala" userId="e650b097-f805-4a45-9673-a886c2e46080" providerId="ADAL" clId="{BA1939C8-62AA-F84E-807D-5926ECD1389A}" dt="2023-01-04T14:24:52.015" v="112" actId="2696"/>
        <pc:sldMkLst>
          <pc:docMk/>
          <pc:sldMk cId="1254974214" sldId="271"/>
        </pc:sldMkLst>
        <pc:spChg chg="mod">
          <ac:chgData name="Abhishek Jariwala" userId="e650b097-f805-4a45-9673-a886c2e46080" providerId="ADAL" clId="{BA1939C8-62AA-F84E-807D-5926ECD1389A}" dt="2023-01-04T13:59:34.726" v="111" actId="20577"/>
          <ac:spMkLst>
            <pc:docMk/>
            <pc:sldMk cId="1254974214" sldId="271"/>
            <ac:spMk id="6" creationId="{B38AFED5-EBF4-0291-D6DD-AEC2223072B2}"/>
          </ac:spMkLst>
        </pc:spChg>
        <pc:spChg chg="del">
          <ac:chgData name="Abhishek Jariwala" userId="e650b097-f805-4a45-9673-a886c2e46080" providerId="ADAL" clId="{BA1939C8-62AA-F84E-807D-5926ECD1389A}" dt="2023-01-04T13:59:26.091" v="92" actId="478"/>
          <ac:spMkLst>
            <pc:docMk/>
            <pc:sldMk cId="1254974214" sldId="271"/>
            <ac:spMk id="9" creationId="{274933E6-61C1-CB46-A0DD-B24835FEBFDD}"/>
          </ac:spMkLst>
        </pc:spChg>
        <pc:picChg chg="del">
          <ac:chgData name="Abhishek Jariwala" userId="e650b097-f805-4a45-9673-a886c2e46080" providerId="ADAL" clId="{BA1939C8-62AA-F84E-807D-5926ECD1389A}" dt="2023-01-04T13:59:26.754" v="93" actId="478"/>
          <ac:picMkLst>
            <pc:docMk/>
            <pc:sldMk cId="1254974214" sldId="271"/>
            <ac:picMk id="7" creationId="{0D3E4CED-EE9A-6359-4D9E-E9BA203169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6F412-F9B9-264C-B07C-DF41E6A784C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EA2C2-4460-AD40-90DF-4F391407C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1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EA2C2-4460-AD40-90DF-4F391407C4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77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EA2C2-4460-AD40-90DF-4F391407C4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72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EA2C2-4460-AD40-90DF-4F391407C4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55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CEA2C2-4460-AD40-90DF-4F391407C4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8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A09A-881E-EC49-B8AA-E392F0F9F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673D0-3563-FD43-8162-391D00E24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6B9AE-56B8-B944-A80B-998E3CA2D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D0CE2-BBD7-434F-BF9A-AE8CC68F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6CCE8-9823-964A-A382-217298BA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97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F848-F5BC-D14B-8C3D-0BD6CC6A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9713E-435E-3445-98FC-3D007FDF6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63092-0848-B944-9537-FB12E583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0D045-3452-2F4D-8464-FE78562B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8719D-D6F3-C24A-A215-2D2113FB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5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A450A-46D4-0B46-8D18-9B91225D8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90279-BE41-6347-BA8D-5CF07D737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F9060-A9FB-7A43-A7D5-1EC60794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50556-6520-1842-9BE5-63A1A631F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97CC8-9D14-D544-A038-41E46CD6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50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E989-0DFC-9E48-BCAB-5A7516A39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D1E6E-93F0-E345-87A4-2171996D8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D2FA0-3383-9441-9FF4-41EBE3D08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F6687-CE36-CF4E-A054-A429FC9E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27F8B-D94E-0241-A017-0C33B30F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BE754-A6D1-8D4B-A3CF-F334F766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4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B259-971A-B948-B8AF-B49D4733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D771F-E298-D843-932C-C5439D3BC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08CA3-3332-C44C-90CB-EB009C86F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2035-8971-434D-B86E-6C8656526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256DD-2B04-134B-B135-BC1B97F90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22AA3-CF3E-0D48-B3D7-A927584C3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0987D-CC57-4E4B-8F3B-BAE862E3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96B107-98B9-8242-BC0C-1D1BBAA9D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0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7824-4D4A-B148-A16A-10F5D215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CE0F4-35F9-2149-907B-F19648D2E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66A54-EF76-9146-878A-02CE1766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2DE6F-4E8D-7A4E-8953-4B7665CB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E58FBD-D9FA-454F-9B62-C00A332E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1C9925-C4D5-E94D-9A75-DE3158F4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C8089-CA65-134D-9590-9CB5A359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3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904A-0A19-8643-AAF5-B5C35B1C4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E5F85-74B5-DC4E-8D24-05AE4CA34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0CB44-2159-FD40-86CA-51EB94E20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83420-09F5-1A49-8A99-005628DB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360C2-DA2F-AD4A-B334-D113D573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4DFC0-BDEB-434E-9D10-AFB5DC5D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9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0868-1693-F042-BD41-A29B426D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A7CB1-FC8A-1B41-802A-D7B30816AE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E6740-EE2B-004A-AED8-4BBD82296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9AA6D-D4A3-1442-9E5D-E5210986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9AD09-BDF1-A744-AF66-FD32B17C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62459-F420-6241-B4F3-12ABAEF9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0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1E86-98A1-1146-9959-78B9E4FC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3E5CB-C9CA-A441-B628-01243D047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CA6DC-35B5-C645-800E-1DA330CDA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DD005-426E-2C43-8A61-D8EA39233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4CC05-C3B4-5B45-9331-81FFDAE9F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2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7C3CC2-AA1A-4D4D-BAED-B52C1E0B4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583F8-7F3C-1B40-9D10-C4BF7413A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E0BC8-6465-BD4D-AE82-DD9B2B90F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57B47-6755-604B-9804-65288E48D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25679-8637-E04D-9DB3-37353DEA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5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5C29F9-F470-DE4C-8608-2C087F2B3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6FC1B-77E5-F741-A4AD-E2F544989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9DF04-94F2-C345-AA19-5FB392E18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5922E-B7E3-4B42-B55F-A2C3106CE47F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C0B31-B782-AC43-BA25-4B81D18C6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15C65-B5D3-8B4C-BBEE-815B7FA64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48F88-4432-B94B-B569-132EBF10D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2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5.png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3.jpe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jpe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3.jpe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ell phone with a cartoon character on it&#10;&#10;Description automatically generated">
            <a:extLst>
              <a:ext uri="{FF2B5EF4-FFF2-40B4-BE49-F238E27FC236}">
                <a16:creationId xmlns:a16="http://schemas.microsoft.com/office/drawing/2014/main" id="{B7830E15-7A0C-2BDF-BE3C-A24C1F1E82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5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539407-CDF4-3B3F-E056-FEA8CBC35E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2963"/>
          <a:stretch/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4BBE00-1D54-7B50-FE64-903D949DE1A1}"/>
              </a:ext>
            </a:extLst>
          </p:cNvPr>
          <p:cNvSpPr txBox="1"/>
          <p:nvPr/>
        </p:nvSpPr>
        <p:spPr>
          <a:xfrm>
            <a:off x="0" y="783298"/>
            <a:ext cx="12192000" cy="45719"/>
          </a:xfrm>
          <a:prstGeom prst="rect">
            <a:avLst/>
          </a:prstGeom>
          <a:solidFill>
            <a:srgbClr val="DE541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CF30B-CF0B-0EA8-79F6-B106F0990C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518" y="6313018"/>
            <a:ext cx="516073" cy="447328"/>
          </a:xfrm>
          <a:prstGeom prst="rect">
            <a:avLst/>
          </a:prstGeom>
        </p:spPr>
      </p:pic>
      <p:pic>
        <p:nvPicPr>
          <p:cNvPr id="3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681D56B6-4CFD-4C5A-11C7-9C447E2AE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36" y="1604241"/>
            <a:ext cx="10446327" cy="3649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AFED5-EBF4-0291-D6DD-AEC2223072B2}"/>
              </a:ext>
            </a:extLst>
          </p:cNvPr>
          <p:cNvSpPr txBox="1"/>
          <p:nvPr/>
        </p:nvSpPr>
        <p:spPr>
          <a:xfrm>
            <a:off x="131804" y="181232"/>
            <a:ext cx="119447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Application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134982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0EC0F7-17BC-BB6F-CD85-6569ADE78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928" y="1099808"/>
            <a:ext cx="7548537" cy="51623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539407-CDF4-3B3F-E056-FEA8CBC35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2963"/>
          <a:stretch/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4BBE00-1D54-7B50-FE64-903D949DE1A1}"/>
              </a:ext>
            </a:extLst>
          </p:cNvPr>
          <p:cNvSpPr txBox="1"/>
          <p:nvPr/>
        </p:nvSpPr>
        <p:spPr>
          <a:xfrm>
            <a:off x="0" y="783298"/>
            <a:ext cx="12192000" cy="45719"/>
          </a:xfrm>
          <a:prstGeom prst="rect">
            <a:avLst/>
          </a:prstGeom>
          <a:solidFill>
            <a:srgbClr val="DE541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CF30B-CF0B-0EA8-79F6-B106F0990C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518" y="6313018"/>
            <a:ext cx="516073" cy="44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AFED5-EBF4-0291-D6DD-AEC2223072B2}"/>
              </a:ext>
            </a:extLst>
          </p:cNvPr>
          <p:cNvSpPr txBox="1"/>
          <p:nvPr/>
        </p:nvSpPr>
        <p:spPr>
          <a:xfrm>
            <a:off x="131804" y="181232"/>
            <a:ext cx="119447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Roadmap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3C247F-7D5B-01E4-5B58-E3EE7FCB8C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84" t="11644" r="9888" b="13836"/>
          <a:stretch/>
        </p:blipFill>
        <p:spPr>
          <a:xfrm>
            <a:off x="4844565" y="1661283"/>
            <a:ext cx="714446" cy="4201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6B04A0-A0EC-47B4-2352-509BACAF35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864" y="5231027"/>
            <a:ext cx="760860" cy="642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18E011-ABDB-FBFA-0185-EECA236F2D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974" y="3428167"/>
            <a:ext cx="609287" cy="61514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4A06B77D-F8FF-12D2-481D-9F9EEBA020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07153" y="1575778"/>
            <a:ext cx="454282" cy="647986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AD11EC3-8F3E-C934-F9DA-F7E3751611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26935" y="3454940"/>
            <a:ext cx="718153" cy="42013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553D920-F780-05A3-5D23-F60C8FEE02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5037" y="5231027"/>
            <a:ext cx="633501" cy="65731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41EBC87-A403-BBCA-D836-95472D28D933}"/>
              </a:ext>
            </a:extLst>
          </p:cNvPr>
          <p:cNvSpPr txBox="1"/>
          <p:nvPr/>
        </p:nvSpPr>
        <p:spPr>
          <a:xfrm>
            <a:off x="4657373" y="2481170"/>
            <a:ext cx="1169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PROTOTYPE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1BE5-88F7-BAF9-24F0-80F82F9FBF47}"/>
              </a:ext>
            </a:extLst>
          </p:cNvPr>
          <p:cNvSpPr txBox="1"/>
          <p:nvPr/>
        </p:nvSpPr>
        <p:spPr>
          <a:xfrm>
            <a:off x="6949407" y="2481170"/>
            <a:ext cx="1280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SWIFT BASICS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6518F95-DB2F-3568-471A-C58FCC13B76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3501" y="2549333"/>
            <a:ext cx="104775" cy="1714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C4F0940-5BE5-DD17-1B2A-27211E777C0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27146" y="4439839"/>
            <a:ext cx="95250" cy="1714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28AB98D-25E5-9CAB-E84D-8DE5F0FBC3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68955" y="6196091"/>
            <a:ext cx="104775" cy="1714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EED2A5-9D35-8299-6B16-CB894D92A999}"/>
              </a:ext>
            </a:extLst>
          </p:cNvPr>
          <p:cNvSpPr txBox="1"/>
          <p:nvPr/>
        </p:nvSpPr>
        <p:spPr>
          <a:xfrm>
            <a:off x="4201124" y="4369604"/>
            <a:ext cx="1169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REFINE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E87738-76D3-DBB1-2AEE-EC2E55659634}"/>
              </a:ext>
            </a:extLst>
          </p:cNvPr>
          <p:cNvSpPr txBox="1"/>
          <p:nvPr/>
        </p:nvSpPr>
        <p:spPr>
          <a:xfrm>
            <a:off x="6373730" y="4369604"/>
            <a:ext cx="1169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DB03BD-8D9C-348B-9774-9B906CEEF7D2}"/>
              </a:ext>
            </a:extLst>
          </p:cNvPr>
          <p:cNvSpPr txBox="1"/>
          <p:nvPr/>
        </p:nvSpPr>
        <p:spPr>
          <a:xfrm>
            <a:off x="4616900" y="6127928"/>
            <a:ext cx="1169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API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40100-F869-DC2A-5462-1B18C9B28B09}"/>
              </a:ext>
            </a:extLst>
          </p:cNvPr>
          <p:cNvSpPr txBox="1"/>
          <p:nvPr/>
        </p:nvSpPr>
        <p:spPr>
          <a:xfrm>
            <a:off x="7004616" y="6159129"/>
            <a:ext cx="1169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PUBLISH</a:t>
            </a:r>
          </a:p>
        </p:txBody>
      </p:sp>
    </p:spTree>
    <p:extLst>
      <p:ext uri="{BB962C8B-B14F-4D97-AF65-F5344CB8AC3E}">
        <p14:creationId xmlns:p14="http://schemas.microsoft.com/office/powerpoint/2010/main" val="395708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539407-CDF4-3B3F-E056-FEA8CBC35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2963"/>
          <a:stretch/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4BBE00-1D54-7B50-FE64-903D949DE1A1}"/>
              </a:ext>
            </a:extLst>
          </p:cNvPr>
          <p:cNvSpPr txBox="1"/>
          <p:nvPr/>
        </p:nvSpPr>
        <p:spPr>
          <a:xfrm>
            <a:off x="0" y="783298"/>
            <a:ext cx="12192000" cy="45719"/>
          </a:xfrm>
          <a:prstGeom prst="rect">
            <a:avLst/>
          </a:prstGeom>
          <a:solidFill>
            <a:srgbClr val="DE541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CF30B-CF0B-0EA8-79F6-B106F0990C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518" y="6313018"/>
            <a:ext cx="516073" cy="44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AFED5-EBF4-0291-D6DD-AEC2223072B2}"/>
              </a:ext>
            </a:extLst>
          </p:cNvPr>
          <p:cNvSpPr txBox="1"/>
          <p:nvPr/>
        </p:nvSpPr>
        <p:spPr>
          <a:xfrm>
            <a:off x="131804" y="181232"/>
            <a:ext cx="119447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Bugs!!!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Picture 2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12FEB6F-1268-051D-C9A8-B50D854E0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7210" y="2024655"/>
            <a:ext cx="6889281" cy="344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1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539407-CDF4-3B3F-E056-FEA8CBC35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2963"/>
          <a:stretch/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4BBE00-1D54-7B50-FE64-903D949DE1A1}"/>
              </a:ext>
            </a:extLst>
          </p:cNvPr>
          <p:cNvSpPr txBox="1"/>
          <p:nvPr/>
        </p:nvSpPr>
        <p:spPr>
          <a:xfrm>
            <a:off x="0" y="783298"/>
            <a:ext cx="12192000" cy="45719"/>
          </a:xfrm>
          <a:prstGeom prst="rect">
            <a:avLst/>
          </a:prstGeom>
          <a:solidFill>
            <a:srgbClr val="DE541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CF30B-CF0B-0EA8-79F6-B106F0990C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518" y="6313018"/>
            <a:ext cx="516073" cy="44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AFED5-EBF4-0291-D6DD-AEC2223072B2}"/>
              </a:ext>
            </a:extLst>
          </p:cNvPr>
          <p:cNvSpPr txBox="1"/>
          <p:nvPr/>
        </p:nvSpPr>
        <p:spPr>
          <a:xfrm>
            <a:off x="131804" y="181232"/>
            <a:ext cx="119447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Bugs!!!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855E800-8777-A53C-AA11-4E3ABE5CEE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841" y="2599449"/>
            <a:ext cx="3167155" cy="266041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0C08C1F-103D-099E-4D99-79737D1662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6006" y="1442162"/>
            <a:ext cx="1157287" cy="115728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B62826A-8EAB-4137-F554-032A85B033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6006" y="4816535"/>
            <a:ext cx="1157287" cy="1157287"/>
          </a:xfrm>
          <a:prstGeom prst="rect">
            <a:avLst/>
          </a:prstGeom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5110BC41-E3DB-4B50-E056-160AD95121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005" y="3101265"/>
            <a:ext cx="1157287" cy="115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9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539407-CDF4-3B3F-E056-FEA8CBC35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2963"/>
          <a:stretch/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4BBE00-1D54-7B50-FE64-903D949DE1A1}"/>
              </a:ext>
            </a:extLst>
          </p:cNvPr>
          <p:cNvSpPr txBox="1"/>
          <p:nvPr/>
        </p:nvSpPr>
        <p:spPr>
          <a:xfrm>
            <a:off x="0" y="783298"/>
            <a:ext cx="12192000" cy="45719"/>
          </a:xfrm>
          <a:prstGeom prst="rect">
            <a:avLst/>
          </a:prstGeom>
          <a:solidFill>
            <a:srgbClr val="DE541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CF30B-CF0B-0EA8-79F6-B106F0990C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518" y="6313018"/>
            <a:ext cx="516073" cy="447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AFED5-EBF4-0291-D6DD-AEC2223072B2}"/>
              </a:ext>
            </a:extLst>
          </p:cNvPr>
          <p:cNvSpPr txBox="1"/>
          <p:nvPr/>
        </p:nvSpPr>
        <p:spPr>
          <a:xfrm>
            <a:off x="131804" y="181232"/>
            <a:ext cx="119447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 and Software Requirements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EF458-8405-22BE-D864-D254A88D6A04}"/>
              </a:ext>
            </a:extLst>
          </p:cNvPr>
          <p:cNvSpPr txBox="1"/>
          <p:nvPr/>
        </p:nvSpPr>
        <p:spPr>
          <a:xfrm>
            <a:off x="222813" y="981686"/>
            <a:ext cx="111088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9A311D"/>
                </a:solidFill>
              </a:rPr>
              <a:t>Minimum Requirements (for Local Development):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Device:</a:t>
            </a:r>
            <a:r>
              <a:rPr lang="en-US" dirty="0"/>
              <a:t> Mac computer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Operating System:</a:t>
            </a:r>
            <a:r>
              <a:rPr lang="en-US" dirty="0"/>
              <a:t> macOS compatible with the latest Xcode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Storage:</a:t>
            </a:r>
            <a:r>
              <a:rPr lang="en-US" dirty="0"/>
              <a:t> At least 25–30 GB free space (Xcode is large!)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RAM:</a:t>
            </a:r>
            <a:r>
              <a:rPr lang="en-US" dirty="0"/>
              <a:t> 16 GB recommended for smooth performance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Optional:</a:t>
            </a:r>
            <a:r>
              <a:rPr lang="en-US" dirty="0"/>
              <a:t> iPhone or iPad for physical device testing</a:t>
            </a:r>
          </a:p>
          <a:p>
            <a:endParaRPr lang="en-US" dirty="0"/>
          </a:p>
          <a:p>
            <a:r>
              <a:rPr lang="en-US" b="1" dirty="0">
                <a:solidFill>
                  <a:srgbClr val="9A311D"/>
                </a:solidFill>
              </a:rPr>
              <a:t>Required Software: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Xcode:</a:t>
            </a:r>
            <a:r>
              <a:rPr lang="en-US" dirty="0"/>
              <a:t> Apple’s IDE for iOS app development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Download from the Mac App Store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Apple ID:</a:t>
            </a:r>
            <a:r>
              <a:rPr lang="en-US" dirty="0"/>
              <a:t> Needed to run apps on physical devices and access developer tools</a:t>
            </a:r>
          </a:p>
          <a:p>
            <a:endParaRPr lang="en-US" dirty="0"/>
          </a:p>
          <a:p>
            <a:r>
              <a:rPr lang="en-US" b="1" dirty="0">
                <a:solidFill>
                  <a:srgbClr val="9A311D"/>
                </a:solidFill>
              </a:rPr>
              <a:t>Alternative Options (if you don’t own a Mac):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Macincloud:</a:t>
            </a:r>
            <a:r>
              <a:rPr lang="en-US" dirty="0"/>
              <a:t> Virtual Mac rental (remote login to a macOS machine)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Xcodeclub: </a:t>
            </a:r>
            <a:r>
              <a:rPr lang="en-US" dirty="0"/>
              <a:t>Another virtual Mac service - often faster and more flexible (remote access using </a:t>
            </a:r>
            <a:r>
              <a:rPr lang="en-US" dirty="0" err="1"/>
              <a:t>AnyDesk</a:t>
            </a:r>
            <a:r>
              <a:rPr lang="en-US" dirty="0"/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Recommended: </a:t>
            </a:r>
            <a:r>
              <a:rPr lang="en-US" dirty="0"/>
              <a:t>Choose 16 GB RAM plans</a:t>
            </a:r>
          </a:p>
          <a:p>
            <a:endParaRPr lang="en-US" dirty="0"/>
          </a:p>
          <a:p>
            <a:r>
              <a:rPr lang="en-US" b="1" dirty="0">
                <a:solidFill>
                  <a:srgbClr val="9A311D"/>
                </a:solidFill>
              </a:rPr>
              <a:t>Simulators &amp; Devices: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iPhone Simulator: </a:t>
            </a:r>
            <a:r>
              <a:rPr lang="en-US" dirty="0"/>
              <a:t>Comes with Xcode, useful for most testing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Physical iPhone (Optional): </a:t>
            </a:r>
            <a:r>
              <a:rPr lang="en-US" dirty="0"/>
              <a:t>Required if you plan to publish on the App Store</a:t>
            </a:r>
          </a:p>
        </p:txBody>
      </p:sp>
    </p:spTree>
    <p:extLst>
      <p:ext uri="{BB962C8B-B14F-4D97-AF65-F5344CB8AC3E}">
        <p14:creationId xmlns:p14="http://schemas.microsoft.com/office/powerpoint/2010/main" val="351324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 descr="Text&#10;&#10;Description automatically generated with medium confidence">
            <a:extLst>
              <a:ext uri="{FF2B5EF4-FFF2-40B4-BE49-F238E27FC236}">
                <a16:creationId xmlns:a16="http://schemas.microsoft.com/office/drawing/2014/main" id="{441E2AF7-7DD1-6B96-2DF2-1461C6B50C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"/>
          <a:stretch/>
        </p:blipFill>
        <p:spPr>
          <a:xfrm>
            <a:off x="-150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42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184</Words>
  <Application>Microsoft Office PowerPoint</Application>
  <PresentationFormat>Widescreen</PresentationFormat>
  <Paragraphs>35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Gebhardt</dc:creator>
  <cp:lastModifiedBy>Abhishek Jariwala</cp:lastModifiedBy>
  <cp:revision>45</cp:revision>
  <dcterms:created xsi:type="dcterms:W3CDTF">2022-03-12T17:08:43Z</dcterms:created>
  <dcterms:modified xsi:type="dcterms:W3CDTF">2025-04-26T13:36:41Z</dcterms:modified>
</cp:coreProperties>
</file>